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 w="12700">
            <a:solidFill>
              <a:srgbClr val="065A82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ejercicios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explicados de verdad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54864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09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 qué detrás de cada decisión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organizada esta presentación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ejercicio por capítulo, con su razón de ser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0116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39496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idea por slide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código; es la explicación de qué pasa y por qué.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20116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737360"/>
            <a:ext cx="539496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hace así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técnica responde a una pregunta del enunciado.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94960" cy="20116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23360"/>
            <a:ext cx="539496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Cosas que no son obvias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detalles sutiles que se te pueden escapar leyendo solo el código.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4023360"/>
            <a:ext cx="5394960" cy="20116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023360"/>
            <a:ext cx="539496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4846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formalismos. Como te lo contaría alguien que ya lo ha hecho.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Explicaciones de los ejercicios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libro tiene cuatro datos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decisión más importante: cuál es su identidad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685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libro tiene cuatro datos: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si está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Los tres primeros son texto (String), y disponible es un sí/no (boolean).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pones como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que nadie los cambie desde fuera sin pasar por tus getters y setters. Eso es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encapsulación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guardas los datos protegidos y das una manera controlada de leerlos o modificarlos.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constructor recibe los tres datos del libro y los guarda. Pero hay un detalle importante: aunque no te pasen el campo disponible, lo pones a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defecto. ¿Por qué? Porque un libro nuevo que entra en la biblioteca obviamente está disponible — no tendría sentido que naciera prestado.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1554480"/>
            <a:ext cx="4023360" cy="47548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554480"/>
            <a:ext cx="91440" cy="47548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64592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dos libros son </a:t>
            </a:r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libro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respuesta: cuando tienen el mismo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el ISBN es como el DNI del libro: es único en el mundo entero. Dos libros con el mismo título pero distinto ISBN son ediciones diferentes y se tratan como objetos distintos.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equals() solo mira el ISBN, y hashCode() también.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Deben ser coherentes: si dos objetos son iguales según equals, deben dar el mismo hashCode.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Explicaciones de los ejercicios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 un libro: las reglas se cumplen en orden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Validar, validar, y solo entonces actuar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entra la lógica de negocio. El método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borrowBook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es solo "añadir libro a la lista". Tiene reglas que cumplir, y las compruebas en orden: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miras si el libro está disponible. Si no lo está (alguien ya lo tiene), no puedes prestarlo: lanzas una excepción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BookNotAvailableException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Fíjate que NO imprimes "el libro no está disponible" y vuelves silenciosamente — eso es código de juguete. Lanzar una excepción es la manera profesional de decir "este método no ha podido hacer lo que le pediste".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miras si el usuario ya tiene 5 libros prestados. Si es así, otra excepción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MaxBorrowedBooksException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Es una regla de negocio: cada usuario tiene un cupo.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superas las dos validaciones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ya puedes hacer dos cosas: añadir el libro a la lista personal del usuario y marcar el libro como no disponible.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segundo paso es crítico — si se te olvida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book.setAvailable(false)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mismo libro lo podrían prestar dos usuarios a la vez.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Explicaciones de los ejercicios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un libro: el remove inteligente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línea hace dos cosas a la vez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685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returnBook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lo contrario: intenta sacar el libro de la lista del usuario.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hay un truco bonito de Java: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list.remove(obj)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devuelve true si encontró y eliminó el objeto, false si no estaba en la lista.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aprovechas como condición del if: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(borrowedBooks.remove(book))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 entra en el if, sabes dos cosas: que el libro estaba prestado y que ya lo has quitado. Entonces marcas el libro como disponible.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estaba, no haces nada raro — imprimes un mensaje informativo. No es un error grave, simplemente avisas.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1554480"/>
            <a:ext cx="4023360" cy="47548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554480"/>
            <a:ext cx="91440" cy="4754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64592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remove() compara los objetos con </a:t>
            </a:r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Book.equals está hecho por ISBN, dos referencias distintas con el mismo ISBN se considerarían el mismo libro a la hora de quitarlo.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encaja perfectamente con la decisión del Ejercicio 1: ISBN como identidad.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Explicaciones de los ejercicios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coordina, User decide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más importante de toda la arquitectura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Library no tiene reglas complicadas: tiene la lista global de libros y la lista global de usuarios. Su método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addBook(book)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hace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books.add(book)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Una línea.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importante es entender por qué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borrowBook(user, book)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Library hace algo tan simple como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user.borrowBook(book)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se llama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delegación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NO decide si se puede prestar — eso lo decide el usuario, porque es él quien conoce sus libros y su cupo. Library solo coordina: tiene las listas globales y sirve de punto de entrada.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separación es lo que hace que el código sea limpio. Cada clase se ocupa de lo suyo: Book conoce su estado, User conoce sus reglas, Library conoce el catálogo. Cuando algo cambia, sabes exactamente dónde tocar.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Explicaciones de los ejercicios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propios tests: piensa en lo que falla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se prueba, no funciona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685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te toca pensar en casos que los tests existentes no cubren. Algunas ideas: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¿Qué pasa si devuelves un libro que NO tenías prestado?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¿Qué devuelve listAvailableBooks() cuando TODOS los libros están prestados?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¿Puede un mismo usuario pedir dos veces el mismo libro?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¿Funciona equals si comparas un libro con null?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es siempre el mismo: preparas el escenario, ejecutas la acción, compruebas el resultado.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1554480"/>
            <a:ext cx="4023360" cy="47548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554480"/>
            <a:ext cx="91440" cy="4754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64592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igualdad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assertTrue / assertFalse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condiciones booleanas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assertNull / assertNotNull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comprobar nulos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assertThrows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verificar que una excepción se lanza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Explicaciones de los ejercicios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Buscar: encontrar el primero o no encontrar nada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for-each clásico y la convención del null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Recorres la lista de libros con un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for-each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Para cada libro, comparas su título (o autor) con el texto que te pasaron.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está en usar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equalsIgnoreCase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vez de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Así "don quijote" encuentra "Don Quijote", aunque el usuario haya escrito todo en minúsculas o mezclado.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encuentras una coincidencia, devuelves el libro inmediatamente con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Sales del bucle ahí mismo — no sigues buscando.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terminas el bucle sin encontrar nada, devuelves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null es una </a:t>
            </a:r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significa "no he encontrado nada". Quien llame a tu método tendrá que comprobar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(book != null)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de usar el resultado, o se llevará un NullPointerException.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Explicaciones de los ejercicios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Reservas: una segunda lista paralela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está disponible, te lo apunto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685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idea: si un libro NO está disponible, el usuario debería poder dejarlo "apuntado" para que se le avise cuando vuelva.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añades a User una segunda lista (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reservedBooks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paralela a la de prestados.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reserveBook(book)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 el libro está disponible, le dices que lo preste directamente (no tiene sentido reservar lo que puede coger ya).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 no está disponible, lo añades a la lista de reservas. Pero comprueba antes que no esté ya, para no duplicar.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1554480"/>
            <a:ext cx="4023360" cy="47548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554480"/>
            <a:ext cx="91440" cy="47548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64592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alguien devuelve un libro reservado, la biblioteca debería </a:t>
            </a:r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al primer usuario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cola que su libro ya está disponible.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patrón productor/consumidor sencillo. Test que demuestra que lo tienes: dos reservas del mismo libro se mantienen en orden FIFO.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Explicaciones de los ejercicios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Loan: un préstamo es un hecho histórico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es inmutable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préstamo une tres cosas: el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Pero también necesitas saber cuándo vence. La elegancia de esta clase está en dos detalles: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todos los atributos son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Eso significa que una vez creado el préstamo, sus datos no cambian nunca. Es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inmutable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 Porque un préstamo es un hecho histórico: el libro X se prestó al usuario Y el día Z. Esos datos no deberían poder modificarse después. Si los pudieras cambiar, perderías la trazabilidad.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dueDate </a:t>
            </a:r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 recibe el constructor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 calcula automáticamente como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loanDate.plusDays(14)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te aseguras de que todos los préstamos duran exactamente 14 días, sin que nadie pueda meter una fecha rara. La regla del préstamo está dentro del objeto.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Explicaciones de los ejercicios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isOverdue: el detalle del isAfter estricto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día exacto del vencimiento aún no cuenta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685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isOverdue()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devuelve true si hoy es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la fecha de vencimiento.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LocalDate.now().isAfter(dueDate)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detalle: el día exacto del vencimiento aún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está vencido, porque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isAfter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estricto — no incluye el día mismo.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encaja con cómo funcionan las bibliotecas reales: el día que toca devolver, todavía estás a tiempo. Solo a partir del día siguiente empiezas a deber.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1554480"/>
            <a:ext cx="4023360" cy="47548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554480"/>
            <a:ext cx="91440" cy="4754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64592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5 días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isOverdue → false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exactamente dueDate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isOverdue → false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20 días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isOverdue → true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Explicaciones de los ejercicios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Streams: decir QUÉ quieres, no CÓMO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forma diferente de pensar las colecciones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es una forma diferente de trabajar con colecciones, más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declarativa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decir: </a:t>
            </a:r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"recorre uno a uno; si cumple esto, añádelo a otra lista"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dices: </a:t>
            </a:r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 estos elementos, dame los que cumplan esto, y conviértelos en lista"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getAvailableBooks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books.stream().filter(Book::isAvailable).collect(Collectors.toList())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Léelo de izquierda a derecha: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stream()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abre la cinta de libros.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filter(Book::isAvailable)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quédate con los que están disponibles.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collect(toList())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guárdalos en una lista nueva.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Explicaciones de los ejercicios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filtro es más complejo: lambdas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reference vs lambda — cuándo usar cada uno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searchAllBooksByAuthor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única diferencia es que el filtro es más complejo (necesitas equalsIgnoreCase con el autor), así que usas una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vez de un method reference: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.filter(b -&gt; b.getAuthor().equalsIgnoreCase(author))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sintaxis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-&gt; ...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significa: "para cada libro b, comprueba esta condición".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uno u otro?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reference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(Book::isAvailable): cuando solo llamas a un método, sin lógica extra.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 -&gt; ...): cuando necesitas combinar varias cosas, comparar con un parámetro o aplicar lógica.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gracia de Streams: el código se lee casi como una frase, y deja claro QUÉ quieres hacer sin contar el CÓMO (el bucle, el if, el add). Una vez le coges el truco, no vuelves a los for tradicionales para filtrar listas.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Explicaciones de los ejercicios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importante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54864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técnica responde a una pregunta del enunciado.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Encapsulación = proteger los datos detrás de getters/setters.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&gt; prints: avisan, no esconden el error.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434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Delegación = cada clase resuelve lo que conoce.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Inmutabilidad = los hechos no se editan.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5440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= describir el qué, dejar el cómo a Java.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Explicaciones — Ejercicios de Library Management</dc:title>
  <dc:subject>PptxGenJS Presentation</dc:subject>
  <dc:creator>Jorge</dc:creator>
  <cp:lastModifiedBy>Jorge</cp:lastModifiedBy>
  <cp:revision>1</cp:revision>
  <dcterms:created xsi:type="dcterms:W3CDTF">2026-05-26T08:39:25Z</dcterms:created>
  <dcterms:modified xsi:type="dcterms:W3CDTF">2026-05-26T08:39:25Z</dcterms:modified>
</cp:coreProperties>
</file>